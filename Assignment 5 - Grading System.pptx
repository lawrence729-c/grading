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bdf9883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bdf9883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bdf9883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bdf9883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bdf9883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bdf9883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bdf9883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bdf9883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bdf98832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bdf98832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bdf98832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bdf98832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Science </a:t>
            </a:r>
            <a:r>
              <a:rPr lang="en"/>
              <a:t>Questionnaire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Lawrence Maina</a:t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1241050" y="2079975"/>
            <a:ext cx="6731400" cy="13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Highlight your answer!</a:t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tissue connects muscles to bones?</a:t>
            </a:r>
            <a:endParaRPr/>
          </a:p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Skin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Blood vessels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Fat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Tendon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nutrient plays an essential role in muscle-building?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Protein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Carbohydrate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Iron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Fat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Plants need which gas to perform photosynthesis?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Hydrogen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Carbon monoxide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Carbon dioxide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Oxygen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system of the body controls the senses?</a:t>
            </a:r>
            <a:endParaRPr/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Circulatory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Digestive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Nervous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Skeletal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scientist proposed the three laws of motion?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Isaac Newton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Thomas Alva Edison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Albert Einstein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Stephen Hawking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body cells group together to form a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a. Organ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b. Tissue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c. Blood vessels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d. Joints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